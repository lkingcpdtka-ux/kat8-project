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KAT8-KD RNA-seq:</a:t>
            </a:r>
            <a:br/>
            <a:r>
              <a:t>Sex x Genotype Interaction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Calibri"/>
              </a:defRPr>
            </a:pPr>
            <a:r>
              <a:t>Part 7.6  |  Formal test of sex-dependent transcriptional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Adipose Depot Analysis: iWAT &amp; gWAT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Study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2 x 2 factorial design: Sex (F, M) x Genotype (CTL, KAT8-KD)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Two adipose depots analyzed separately: iWAT and gWAT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40 samples total, 2 outliers removed (JS_08, JS_28) -&gt; 38 samples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Per depot: 19 samples (after outlier removal)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Group sizes per depot: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   CTL Female:  5     |  KAT8-KD Female:  4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   CTL Male:    5     |  KAT8-KD Male:   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5C"/>
                </a:solidFill>
                <a:latin typeface="Calibri"/>
              </a:defRPr>
            </a:pPr>
            <a:r>
              <a:t>The Central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C6FAD"/>
                </a:solidFill>
                <a:latin typeface="Calibri"/>
              </a:defRPr>
            </a:pPr>
            <a:r>
              <a:t>Does KAT8 knockdown affect gene expression</a:t>
            </a:r>
            <a:br/>
            <a:r>
              <a:t>differently in males versus females?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If the answer is NO (for most genes), we can justify pooling sexes</a:t>
            </a:r>
            <a:br/>
            <a:r>
              <a:t>in the primary DEG analysis, increasing statistical power.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Method: Likelihood Ratio Test (LRT)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Tool: DESeq2 (Bioconductor), run separately per depot</a:t>
            </a: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Full model:      ~ Sex + Genotype + Sex:Genotype</a:t>
            </a: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Reduced model:  ~ Sex + Genotype</a:t>
            </a: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The LRT asks: does adding the interaction term (Sex:Genotype) significantly improve the model fit for each gene?</a:t>
            </a: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If YES -&gt; that gene's KD response differs between M and F</a:t>
            </a: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If NO  -&gt; the KD effect is the same in both sexes</a:t>
            </a: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We also run 4 complementary analyses to strengthen the conclusion:</a:t>
            </a: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 (1) Pi0 estimation  (2) Variance attribution  (3) Sex-stratified concordance  (4) PCA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iWAT: LRT Interaction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16,466 genes tested (after prefiltering)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630 significant interactions (3.83%, FDR &lt; 0.05)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~96% of genes show NO sex-dependent KD response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How to read the histogram: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Flat distribution = genes with no interaction (null)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Spike near p=0 = genes with real interaction signal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Red dashed line = expected count if ALL genes were null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The histogram is mostly flat -&gt; most genes are null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097280"/>
            <a:ext cx="5486400" cy="457200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66666"/>
                </a:solidFill>
              </a:defRPr>
            </a:pPr>
            <a:r>
              <a:t>INSERT PLOT</a:t>
            </a:r>
          </a:p>
          <a:p>
            <a:pPr algn="ctr">
              <a:defRPr sz="1100" i="1">
                <a:solidFill>
                  <a:srgbClr val="666666"/>
                </a:solidFill>
              </a:defRPr>
            </a:pPr>
            <a:r>
              <a:t>pvalue_hist_interaction_iWAT_&lt;run_tag&gt;.png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gWAT: LRT Interaction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16,827 genes tested (after prefiltering)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374 significant interactions (2.22%, FDR &lt; 0.05)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~98% of genes show NO sex-dependent KD response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Even fewer interaction genes than iWAT,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supporting sex-independent KD effects in gWAT as well.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097280"/>
            <a:ext cx="5486400" cy="457200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66666"/>
                </a:solidFill>
              </a:defRPr>
            </a:pPr>
            <a:r>
              <a:t>INSERT PLOT</a:t>
            </a:r>
          </a:p>
          <a:p>
            <a:pPr algn="ctr">
              <a:defRPr sz="1100" i="1">
                <a:solidFill>
                  <a:srgbClr val="666666"/>
                </a:solidFill>
              </a:defRPr>
            </a:pPr>
            <a:r>
              <a:t>pvalue_hist_interaction_gWAT_&lt;run_tag&gt;.png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Pi0: Estimating the True Null Proportion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What is pi0?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Pi0 = the fraction of genes where the null hypothesis (no interaction) is truly correct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Not just 'failed to reject' -- this estimates the actual proportion of true nulls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Method: Storey &amp; Tibshirani (qvalue package), uses shape of p-value distribution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Results: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iWAT:  pi0 = 0.87  -&gt;  87% of genes genuinely have NO sex-dependent KD response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gWAT:  pi0 = 0.85  -&gt;  85% of genes genuinely have NO sex-dependent KD response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Interpretation: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The vast majority of genes respond identically to KAT8-KD in both sexes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The remaining ~13-15% includes both true interactions AND residual noise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This strongly supports pooling sexes for the primary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Variance Attribution: What Drives Gene Expression?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ANOVA decomposition on VST-transformed counts: lm(expression ~ Sex + Genotype + Sex:Genotype)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For each gene, how much variance is explained by each factor?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       Term          iWAT (median)   gWAT (median)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Sex                       6.5%            11.5%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Genotype (KD effect)    33.2%            16.7%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Sex x Genotype            2.1%              2.4%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Residual                  46.3%            50.1%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B3A5C"/>
                </a:solidFill>
                <a:latin typeface="Calibri"/>
              </a:defRPr>
            </a:pPr>
            <a:r>
              <a:t>Key takeaway: The interaction term explains only ~2% of variance</a:t>
            </a:r>
          </a:p>
          <a:p>
            <a:pPr>
              <a:spcAft>
                <a:spcPts val="600"/>
              </a:spcAft>
              <a:defRPr sz="1400">
                <a:solidFill>
                  <a:srgbClr val="1B3A5C"/>
                </a:solidFill>
                <a:latin typeface="Calibri"/>
              </a:defRPr>
            </a:pPr>
            <a:r>
              <a:t>  vs. 17-33% for the Genotype main effect (8-16x more)</a:t>
            </a:r>
          </a:p>
          <a:p>
            <a:pPr>
              <a:spcAft>
                <a:spcPts val="600"/>
              </a:spcAft>
              <a:defRPr sz="1400">
                <a:solidFill>
                  <a:srgbClr val="1B3A5C"/>
                </a:solidFill>
                <a:latin typeface="Calibri"/>
              </a:defRPr>
            </a:pPr>
            <a:r>
              <a:t>The KD signal dominates; sex-dependent effects are minimal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371600"/>
            <a:ext cx="5486400" cy="457200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66666"/>
                </a:solidFill>
              </a:defRPr>
            </a:pPr>
            <a:r>
              <a:t>INSERT PLOT</a:t>
            </a:r>
          </a:p>
          <a:p>
            <a:pPr algn="ctr">
              <a:defRPr sz="1100" i="1">
                <a:solidFill>
                  <a:srgbClr val="666666"/>
                </a:solidFill>
              </a:defRPr>
            </a:pPr>
            <a:r>
              <a:t>variance_explained_&lt;depot&gt;_&lt;run_tag&gt;.png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Sex-Stratified Concordance: iWAT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Run DESeq2 separately for F-only and M-only, then correlate KD log2FCs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Pearson r = 0.727 (moderate-to-strong concordance)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How to read this scatter plot: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X-axis = Female KD log2FC   Y-axis = Male KD log2FC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Diagonal line = perfect concordance (M = F)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Purple dots: significant in BOTH sexes (strongest evidence)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Red dots: significant in F only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Blue dots: significant in M only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Grey dots: not significant in either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Points along the diagonal = same response in both sexes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r = 0.73 indicates good concordance -- both sexes largely agree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371600"/>
            <a:ext cx="5486400" cy="457200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66666"/>
                </a:solidFill>
              </a:defRPr>
            </a:pPr>
            <a:r>
              <a:t>INSERT PLOT</a:t>
            </a:r>
          </a:p>
          <a:p>
            <a:pPr algn="ctr">
              <a:defRPr sz="1100" i="1">
                <a:solidFill>
                  <a:srgbClr val="666666"/>
                </a:solidFill>
              </a:defRPr>
            </a:pPr>
            <a:r>
              <a:t>sex_concordance_scatter_iWAT_&lt;run_tag&gt;.png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Sex-Stratified Concordance: gWAT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Run DESeq2 separately for F-only and M-only, then correlate KD log2FCs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Pearson r = 0.605 (moderate concordance)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Slightly lower than iWAT -- visceral fat (gWAT) shows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more baseline sex dimorphism than subcutaneous fat (iWAT),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which is consistent with known adipose biology.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However, the direction of KD effects is still positively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correlated -- genes up in F are generally also up in M.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Note: With only n=4-5 per sex-genotype group, per-sex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analyses have limited power, so the true concordance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is likely higher than observed.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371600"/>
            <a:ext cx="5486400" cy="457200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66666"/>
                </a:solidFill>
              </a:defRPr>
            </a:pPr>
            <a:r>
              <a:t>INSERT PLOT</a:t>
            </a:r>
          </a:p>
          <a:p>
            <a:pPr algn="ctr">
              <a:defRPr sz="1100" i="1">
                <a:solidFill>
                  <a:srgbClr val="666666"/>
                </a:solidFill>
              </a:defRPr>
            </a:pPr>
            <a:r>
              <a:t>sex_concordance_scatter_gWAT_&lt;run_tag&gt;.png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PCA by Sex and Genotype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Principal Component Analysis of top 500 variable genes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How to read this plot: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Color = Genotype (CTL vs KAT8-KD)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Shape = Sex (circle = F, triangle = M)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What to look for: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If M and F of the same genotype cluster together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-&gt; sexes are transcriptionally similar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If M and F of the same genotype separate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-&gt; sex differences dominate over KD effects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Expected: genotype drives separation more than sex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097280"/>
            <a:ext cx="5486400" cy="457200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66666"/>
                </a:solidFill>
              </a:defRPr>
            </a:pPr>
            <a:r>
              <a:t>INSERT PLOT</a:t>
            </a:r>
          </a:p>
          <a:p>
            <a:pPr algn="ctr">
              <a:defRPr sz="1100" i="1">
                <a:solidFill>
                  <a:srgbClr val="666666"/>
                </a:solidFill>
              </a:defRPr>
            </a:pPr>
            <a:r>
              <a:t>PCA_by_sex_&lt;depot&gt;_&lt;run_tag&gt;.png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Interaction Effect vs. Genotype Main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X-axis = Genotype main effect log2FC (KD vs CTL)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Y-axis = Interaction log2FC (sex-dependent component)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Red dots: significant interaction genes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Blue dots: significant genotype DEGs (no interaction)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Grey dots: neither significant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What to look for: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Most dots clustered near y = 0 means the interaction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effect is small relative to the genotype effect.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The horizontal spread (x-axis) &gt;&gt; vertical spread (y-axis)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confirms that KD drives expression, not sex x KD.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097280"/>
            <a:ext cx="5486400" cy="457200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66666"/>
                </a:solidFill>
              </a:defRPr>
            </a:pPr>
            <a:r>
              <a:t>INSERT PLOT</a:t>
            </a:r>
          </a:p>
          <a:p>
            <a:pPr algn="ctr">
              <a:defRPr sz="1100" i="1">
                <a:solidFill>
                  <a:srgbClr val="666666"/>
                </a:solidFill>
              </a:defRPr>
            </a:pPr>
            <a:r>
              <a:t>interaction_vs_genotype_&lt;depot&gt;_&lt;run_tag&gt;.png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Interaction Gene Pathways (ORA)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Over-representation analysis on genes with significant Sex x Genotype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For each depot, the significant interaction genes were tested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for enrichment in GO:BP and KEGG pathways.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This tells us WHICH biological processes have sex-dependent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KAT8-KD responses (even though most genes do not).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Method: clusterProfiler enrichGO / enrichKEGG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Universe = all tested genes in that depot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FDR &lt; 0.05 significance threshold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Insert the dotplots from the output directory: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interaction_ORA_GOBP_dotplot_&lt;depot&gt;_&lt;run_tag&gt;.png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interaction_ORA_KEGG_dotplot_&lt;depot&gt;_&lt;run_tag&gt;.png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371600"/>
            <a:ext cx="5486400" cy="457200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66666"/>
                </a:solidFill>
              </a:defRPr>
            </a:pPr>
            <a:r>
              <a:t>INSERT PLOT</a:t>
            </a:r>
          </a:p>
          <a:p>
            <a:pPr algn="ctr">
              <a:defRPr sz="1100" i="1">
                <a:solidFill>
                  <a:srgbClr val="666666"/>
                </a:solidFill>
              </a:defRPr>
            </a:pPr>
            <a:r>
              <a:t>interaction_ORA_GOBP_dotplot_&lt;depot&gt;_&lt;run_tag&gt;.png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Summary: All Evidence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18872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51435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iWAT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gWAT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Genes tested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16,466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16,827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Significant interactions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630 (3.83%)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374 (2.22%)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Pi0 (true null proportion)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0.87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Genotype DEGs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2,691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1,054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Interaction/Genotype ratio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0.234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0.355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Median variance: interaction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2.4%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Sex-stratified concordance r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0.727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0.605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All metrics converge: the KAT8-KD transcriptional response is overwhelmingly sex-independent in both depots.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Only 2-4% of genes show significant Sex x Genotype interaction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Pi0 estimates confirm 85-87% of genes are true nulls (no interaction)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The interaction term explains only ~2% of per-gene variance vs. 17-33% for Genotype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Sex-stratified KD effects are positively correlated (r = 0.61-0.73)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JUSTIFICATION: Male and female adipose tissue respond similarly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to KAT8 knockdown. Pooling sexes for the primary DEG analysis is appropriate.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CAVEAT: With n = 4-5 per group, subtle sex-dependent effects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may be undetected. The 630 (iWAT) / 374 (gWAT) interaction genes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warrant further exploration for sex-specific biology.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