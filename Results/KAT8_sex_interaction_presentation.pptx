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KAT8-KD RNA-seq:</a:t>
            </a:r>
            <a:br/>
            <a:r>
              <a:t>Sex-Combining Validation &amp; Analysis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CCEE"/>
                </a:solidFill>
                <a:latin typeface="Calibri"/>
              </a:defRPr>
            </a:pPr>
            <a:r>
              <a:t>Parts 7.6 + 7.7  |  Sex x Genotype interaction testing &amp;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AACC"/>
                </a:solidFill>
                <a:latin typeface="Calibri"/>
              </a:defRPr>
            </a:pPr>
            <a:r>
              <a:t>Adipose Depot Analysis: iWAT &amp; gWAT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799BB"/>
                </a:solidFill>
                <a:latin typeface="Calibri"/>
              </a:defRPr>
            </a:pPr>
            <a:r>
              <a:t>Validation run: 2026-02-18  |  Decision: ~ 0 + GroupDepot (unified, no Sex covariate)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Study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2 x 2 factorial design: Sex (F, M) x Genotype (CTL, KAT8-KD)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Two adipose depots analyzed separately: iWAT and gWAT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40 samples total, 2 outliers removed (JS_08, JS_28) -&gt; 38 samples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Per depot: 19 samples (after outlier removal)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Group sizes per depot: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CTL Female:  5     |  KAT8-KD Female:  4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CTL Male:    5     |  KAT8-KD Male:    5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KEY: We have BOTH sexes in every group.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Question: should we account for sex in our statistical model?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B3A5C"/>
                </a:solidFill>
                <a:latin typeface="Calibri"/>
              </a:defRPr>
            </a:pPr>
            <a:r>
              <a:t>The Central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C6FAD"/>
                </a:solidFill>
                <a:latin typeface="Calibri"/>
              </a:defRPr>
            </a:pPr>
            <a:r>
              <a:t>Does KAT8 knockdown affect gene expression</a:t>
            </a:r>
            <a:br/>
            <a:r>
              <a:t>differently in males versus females?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Why this matters:</a:t>
            </a:r>
            <a:br/>
            <a:br/>
            <a:r>
              <a:t>1. If YES for most genes: We must analyze males and females separately</a:t>
            </a:r>
            <a:br/>
            <a:r>
              <a:t>   (splitting would halve our sample size -&gt; less power to detect effects)</a:t>
            </a:r>
            <a:br/>
            <a:br/>
            <a:r>
              <a:t>2. If NO for most genes: We can include sex as a COVARIATE</a:t>
            </a:r>
            <a:br/>
            <a:r>
              <a:t>   (this absorbs sex-related noise -&gt; MORE power to detect KD effects)</a:t>
            </a:r>
            <a:br/>
            <a:br/>
            <a:r>
              <a:t>3. NIH and most journals now require addressing sex as a biological variable (SABV)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Background: What is a Covariate?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A covariate is a variable you ACCOUNT FOR in your statistical model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but are NOT directly interested in testing.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ANALOGY: Imagine measuring the effect of a drug on blood pressure.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- Your variable of interest: Drug vs. Placebo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- A covariate: Patient age (affects blood pressure but isn't what you're testing)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- By accounting for age, you REMOVE age-related noise from the measurement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- This makes it easier to see the true drug effect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In our experiment: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- Variable of interest: KAT8 knockdown effect (Genotype: CTL vs KAT8-KD)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- Covariate: Sex (F vs M) -- affects gene expression but isn't our focus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- By telling the model 'some variance is due to sex,' it can SUBTRACT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  that variance and see the genotype effect more clearly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Result: MORE statistical power to detect true KAT8 knockdown effects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Background: Two Possible DESeq2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MODEL A:   ~ Genotype                  (what we had before)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- Compares KAT8-KD vs CTL, ignoring sex entirely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- Any gene expression difference between M and F becomes 'noise'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- The model has to 'see through' this noise to find KD effects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MODEL B:   ~ Sex + Genotype            (the new model)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- First accounts for M vs F baseline differences (the covariate)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- THEN tests KAT8-KD vs CTL on the sex-adjusted expression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- Less noise -&gt; more statistical power -&gt; more DEGs detected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IMPORTANT: Model B does NOT mean 'analyze males and females separately'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- All samples stay in ONE analysis (maximum sample size)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- Sex is just 'controlled for,' like adjusting for age in clinical studies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BUT: Model B is only valid IF the KD effect is similar in M and F.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If males and females respond completely differently to KD,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we would need to split them. That's what we test next.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Method: Likelihood Ratio Test (LRT)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Testing whether the KD effect depends on sex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Tool: DESeq2 (Bioconductor), run separately per depot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Full model:      ~ Sex + Genotype + Sex:Genotype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Reduced model:  ~ Sex + Genotype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What is Sex:Genotype (the 'interaction term')?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It captures genes where the KD effect DIFFERS between males and females.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Example: Gene X goes UP in female KD but DOWN in male KD -&gt; strong interaction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Example: Gene Y goes UP equally in both sexes -&gt; NO interaction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The LRT asks: for each gene, does adding the interaction term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significantly improve how well the model fits the data?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If p &lt; 0.05 -&gt; that gene's KD response truly differs between M and F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If p &gt;= 0.05 -&gt; the KD effect is the same in both sexes (what we want!)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We also run 4 complementary analyses to build the full picture: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(1) Pi0 estimation  (2) Variance decomposition  (3) Sex-stratified concordance  (4) Model comparison (Part 7.7)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Background: How to Read a P-value Histogram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When we test thousands of genes, we get one p-value per gene.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Plotting these p-values as a histogram reveals the big picture: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SCENARIO 1: All genes are truly null (no real interaction anywhere)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-&gt; P-values are UNIFORMLY distributed (flat histogram, like a table)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-&gt; Each bar has roughly the same height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SCENARIO 2: Some genes have real interactions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-&gt; There's a SPIKE near p = 0 (real signal produces small p-values)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-&gt; The rest of the histogram stays flat (the true nulls)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What you'll see in our data: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-&gt; Mostly FLAT (most genes have no sex-dependent KD response)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-&gt; Small spike near p = 0 (a few genes do differ between sexes)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-&gt; Red dashed line = expected height if ALL genes were null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-&gt; Bars above the red line near p = 0 = genes with real interaction signal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The flatter the histogram, the more we can trust that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males and females respond similarly to KAT8 knockdown.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iWAT: LRT Interaction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16,466 genes tested (after prefiltering)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630 significant interactions (3.83%, FDR &lt; 0.05)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~96% of genes show NO sex-dependent KD response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How to read the histogram (right):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- Flat distribution = genes with no interaction (null)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- Spike near p=0 = genes with real interaction signal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- Red dashed line = expected count if ALL genes were null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- The histogram is mostly flat -&gt; most genes are null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3.83% is a low interaction rate. For context: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- At FDR &lt; 0.05, we expect ~5% false positives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- So some of these 630 genes are likely false positives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- The true interaction rate is even lower (see pi0 next)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1097280"/>
            <a:ext cx="5486400" cy="4572000"/>
          </a:xfrm>
          <a:prstGeom prst="rect">
            <a:avLst/>
          </a:prstGeom>
          <a:solidFill>
            <a:srgbClr val="F2F2F2"/>
          </a:solidFill>
          <a:ln w="19050">
            <a:solidFill>
              <a:srgbClr val="9999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66666"/>
                </a:solidFill>
              </a:defRPr>
            </a:pPr>
            <a:r>
              <a:t>INSERT PLOT</a:t>
            </a:r>
          </a:p>
          <a:p>
            <a:pPr algn="ctr">
              <a:defRPr sz="1100" i="1">
                <a:solidFill>
                  <a:srgbClr val="666666"/>
                </a:solidFill>
              </a:defRPr>
            </a:pPr>
            <a:r>
              <a:t>pvalue_hist_interaction_iWAT_&lt;run_tag&gt;.png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gWAT: LRT Interaction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16,827 genes tested (after prefiltering)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374 significant interactions (2.22%, FDR &lt; 0.05)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~98% of genes show NO sex-dependent KD response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Even fewer interaction genes than iWAT (2.2% vs 3.8%),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further supporting sex-independent KD effects.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Why might gWAT have fewer interactions?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- The KD effect is weaker in gWAT overall (fewer DEGs)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- With a weaker main signal, there's less room for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  sex-dependent variation to be detected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- This is consistent with what we see in the main analysis: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  iWAT shows a stronger KAT8 KD response than gWAT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1097280"/>
            <a:ext cx="5486400" cy="4572000"/>
          </a:xfrm>
          <a:prstGeom prst="rect">
            <a:avLst/>
          </a:prstGeom>
          <a:solidFill>
            <a:srgbClr val="F2F2F2"/>
          </a:solidFill>
          <a:ln w="19050">
            <a:solidFill>
              <a:srgbClr val="9999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66666"/>
                </a:solidFill>
              </a:defRPr>
            </a:pPr>
            <a:r>
              <a:t>INSERT PLOT</a:t>
            </a:r>
          </a:p>
          <a:p>
            <a:pPr algn="ctr">
              <a:defRPr sz="1100" i="1">
                <a:solidFill>
                  <a:srgbClr val="666666"/>
                </a:solidFill>
              </a:defRPr>
            </a:pPr>
            <a:r>
              <a:t>pvalue_hist_interaction_gWAT_&lt;run_tag&gt;.png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Background: What is Pi0?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When we test 16,000+ genes, we get a mix of: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- TRUE NULLS: genes where there really is no interaction (what we want!)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- TRUE SIGNALS: genes where the KD effect genuinely differs by sex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- FALSE POSITIVES: genes that look significant by chance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Pi0 (pi-zero) estimates the proportion of TRUE NULLS: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- Pi0 = 0.87 means: 87% of genes genuinely have NO sex-dependent KD response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- The other 13% includes both true interactions AND statistical noise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How is pi0 calculated? (Storey &amp; Tibshirani, 2003)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- If ALL genes were null, p-values would be perfectly uniform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- The method looks at how 'flat' the p-value distribution is away from p=0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- The flat part = true nulls. The spike near p=0 = real signals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Why this matters: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- Pi0 = 0.50 would mean half the genes have sex-dependent effects -&gt; BAD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- Pi0 = 0.95+ would mean almost no genes have sex-dependent effects -&gt; GREAT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- Pi0 = 0.85-0.87 (what we got) -&gt; GOOD: vast majority are sex-independent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Pi0 Results: True Null Proportion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Results: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iWAT:  pi0 = 0.8701  -&gt;  87% of genes genuinely have NO interaction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gWAT:  pi0 = 0.8483  -&gt;  85% of genes genuinely have NO interaction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What does this mean in plain English?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Imagine lining up all ~16,500 genes in iWAT: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- ~14,350 genes (87%): KAT8 KD has the SAME effect in males and females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- ~2,150 genes (13%):  some have real sex-dependent effects, some are noise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Of those 2,150: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- 630 reached statistical significance (FDR &lt; 0.05)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- The rest didn't quite reach significance but may have subtle effects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Bottom line: The vast majority of genes respond identically to KAT8-KD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in both sexes. This strongly supports including sex as a covariate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(rather than splitting the analysis by sex).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Variance Attribution: What Drives Gene Expression?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For each gene, what fraction of variance comes from Sex, Genotype, or their interaction?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Method: ANOVA on VST-transformed counts: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lm(expression ~ Sex + Genotype + Sex:Genotype)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       Term               iWAT (median)   gWAT (median)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Sex (M vs F)                    6.5%           11.5%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Genotype (KD effect)          33.2%           16.7%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Sex x Genotype                  2.1%             2.4%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Residual (unexplained)        46.3%           50.1%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B3A5C"/>
                </a:solidFill>
                <a:latin typeface="Calibri"/>
              </a:defRPr>
            </a:pPr>
            <a:r>
              <a:t>Key takeaway: The interaction term explains only ~2% of variance</a:t>
            </a:r>
          </a:p>
          <a:p>
            <a:pPr>
              <a:spcAft>
                <a:spcPts val="600"/>
              </a:spcAft>
              <a:defRPr sz="1300">
                <a:solidFill>
                  <a:srgbClr val="1B3A5C"/>
                </a:solidFill>
                <a:latin typeface="Calibri"/>
              </a:defRPr>
            </a:pPr>
            <a:r>
              <a:t>  vs. 17-33% for the Genotype main effect (8-16x more)</a:t>
            </a:r>
          </a:p>
          <a:p>
            <a:pPr>
              <a:spcAft>
                <a:spcPts val="600"/>
              </a:spcAft>
              <a:defRPr sz="1300">
                <a:solidFill>
                  <a:srgbClr val="1B3A5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B3A5C"/>
                </a:solidFill>
                <a:latin typeface="Calibri"/>
              </a:defRPr>
            </a:pPr>
            <a:r>
              <a:t>Think of it this way: if gene expression were a pie chart,</a:t>
            </a:r>
          </a:p>
          <a:p>
            <a:pPr>
              <a:spcAft>
                <a:spcPts val="600"/>
              </a:spcAft>
              <a:defRPr sz="1300">
                <a:solidFill>
                  <a:srgbClr val="1B3A5C"/>
                </a:solidFill>
                <a:latin typeface="Calibri"/>
              </a:defRPr>
            </a:pPr>
            <a:r>
              <a:t>  the KD effect gets a BIG slice (17-33%),</a:t>
            </a:r>
          </a:p>
          <a:p>
            <a:pPr>
              <a:spcAft>
                <a:spcPts val="600"/>
              </a:spcAft>
              <a:defRPr sz="1300">
                <a:solidFill>
                  <a:srgbClr val="1B3A5C"/>
                </a:solidFill>
                <a:latin typeface="Calibri"/>
              </a:defRPr>
            </a:pPr>
            <a:r>
              <a:t>  Sex gets a medium slice (6-12%),</a:t>
            </a:r>
          </a:p>
          <a:p>
            <a:pPr>
              <a:spcAft>
                <a:spcPts val="600"/>
              </a:spcAft>
              <a:defRPr sz="1300">
                <a:solidFill>
                  <a:srgbClr val="1B3A5C"/>
                </a:solidFill>
                <a:latin typeface="Calibri"/>
              </a:defRPr>
            </a:pPr>
            <a:r>
              <a:t>  but Sex x KD interaction gets a TINY slice (~2%)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371600"/>
            <a:ext cx="5486400" cy="4572000"/>
          </a:xfrm>
          <a:prstGeom prst="rect">
            <a:avLst/>
          </a:prstGeom>
          <a:solidFill>
            <a:srgbClr val="F2F2F2"/>
          </a:solidFill>
          <a:ln w="19050">
            <a:solidFill>
              <a:srgbClr val="9999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66666"/>
                </a:solidFill>
              </a:defRPr>
            </a:pPr>
            <a:r>
              <a:t>INSERT PLOT</a:t>
            </a:r>
          </a:p>
          <a:p>
            <a:pPr algn="ctr">
              <a:defRPr sz="1100" i="1">
                <a:solidFill>
                  <a:srgbClr val="666666"/>
                </a:solidFill>
              </a:defRPr>
            </a:pPr>
            <a:r>
              <a:t>variance_explained_&lt;depot&gt;_&lt;run_tag&gt;.png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Background: What is Concordance?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Concordance = do males and females AGREE on which genes are affected by KD?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How we test this: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1. Run DESeq2 on FEMALES ONLY -&gt; get a fold change for every gene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2. Run DESeq2 on MALES ONLY -&gt; get a fold change for every gene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3. Plot female fold changes (x-axis) vs male fold changes (y-axis)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4. Compute Pearson correlation (r) -- how well do they match?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Interpreting the scatter plot: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- Points on the diagonal (y = x): perfect agreement (M and F same)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- Points in upper-right quadrant: gene goes UP in both sexes (concordant)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- Points in lower-left quadrant: gene goes DOWN in both sexes (concordant)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- Points in upper-left or lower-right: gene goes UP in one sex but DOWN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  in the other (DISCORDANT -- these are the problematic ones)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What r values mean: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r = 1.0: perfect agreement   r = 0.7-0.9: strong   r = 0.5-0.7: moderate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r &lt; 0.5: poor agreement (males and females respond very differently)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Sex-Stratified Concordance: iWAT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DESeq2 run separately for F-only and M-only, then fold changes correlated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Pearson r = 0.727 (moderate-to-strong concordance)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Directional concordance = 99.0%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What these numbers mean: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r = 0.73: Males and females largely agree on which genes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are affected by KD and how much they change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99.0% directional concordance: Of ALL significant DEGs,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99% go the SAME direction in both sexes. Only 1% are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discordant (up in one sex, down in the other).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Purple dots: significant in BOTH sexes (strongest evidence)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Red dots: significant in F only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Blue dots: significant in M only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Grey dots: not significant in either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Note: r = 0.73 (not 0.99) because with n=4-5 per group,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per-sex analyses are noisy. True concordance is likely higher.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1371600"/>
            <a:ext cx="5486400" cy="4572000"/>
          </a:xfrm>
          <a:prstGeom prst="rect">
            <a:avLst/>
          </a:prstGeom>
          <a:solidFill>
            <a:srgbClr val="F2F2F2"/>
          </a:solidFill>
          <a:ln w="19050">
            <a:solidFill>
              <a:srgbClr val="9999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66666"/>
                </a:solidFill>
              </a:defRPr>
            </a:pPr>
            <a:r>
              <a:t>INSERT PLOT</a:t>
            </a:r>
          </a:p>
          <a:p>
            <a:pPr algn="ctr">
              <a:defRPr sz="1100" i="1">
                <a:solidFill>
                  <a:srgbClr val="666666"/>
                </a:solidFill>
              </a:defRPr>
            </a:pPr>
            <a:r>
              <a:t>sex_concordance_scatter_iWAT_&lt;run_tag&gt;.png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Sex-Stratified Concordance: gWAT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DESeq2 run separately for F-only and M-only, then fold changes correlated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Pearson r = 0.605 (moderate concordance)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Directional concordance = 99.5%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Lower r than iWAT -- why?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Visceral fat (gWAT) has more baseline sex dimorphism than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subcutaneous fat (iWAT). This is well-documented in the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adipose biology literature. Male and female gWAT differ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more at baseline, adding more noise to per-sex analyses.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BUT: 99.5% directional concordance is excellent!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Genes that go up in female gWAT also go up in male gWAT.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The DIRECTION of KD effects is almost perfectly consistent.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The lower r mostly reflects MAGNITUDE differences: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e.g., gene goes up 2-fold in F but 3-fold in M.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This is normal biological variation, not a problem.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Including sex as a covariate handles this optimally.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1371600"/>
            <a:ext cx="5486400" cy="4572000"/>
          </a:xfrm>
          <a:prstGeom prst="rect">
            <a:avLst/>
          </a:prstGeom>
          <a:solidFill>
            <a:srgbClr val="F2F2F2"/>
          </a:solidFill>
          <a:ln w="19050">
            <a:solidFill>
              <a:srgbClr val="9999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66666"/>
                </a:solidFill>
              </a:defRPr>
            </a:pPr>
            <a:r>
              <a:t>INSERT PLOT</a:t>
            </a:r>
          </a:p>
          <a:p>
            <a:pPr algn="ctr">
              <a:defRPr sz="1100" i="1">
                <a:solidFill>
                  <a:srgbClr val="666666"/>
                </a:solidFill>
              </a:defRPr>
            </a:pPr>
            <a:r>
              <a:t>sex_concordance_scatter_gWAT_&lt;run_tag&gt;.png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PCA by Sex and Genotype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Principal Component Analysis of top 500 variable genes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How to read this plot: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Color = Genotype (CTL vs KAT8-KD)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Shape = Sex (circle = F, triangle = M)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What to look for: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If M and F of the same genotype cluster together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-&gt; sexes are transcriptionally similar (GOOD)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If M and F of the same genotype separate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-&gt; sex differences dominate (PROBLEMATIC)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What we see: genotype drives separation more than sex,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but male KD samples tend to be slightly more extreme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(further from controls) than female KD samples,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especially in iWAT. This is expected and handled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by the sex covariate in our model.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1097280"/>
            <a:ext cx="5486400" cy="4572000"/>
          </a:xfrm>
          <a:prstGeom prst="rect">
            <a:avLst/>
          </a:prstGeom>
          <a:solidFill>
            <a:srgbClr val="F2F2F2"/>
          </a:solidFill>
          <a:ln w="19050">
            <a:solidFill>
              <a:srgbClr val="9999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66666"/>
                </a:solidFill>
              </a:defRPr>
            </a:pPr>
            <a:r>
              <a:t>INSERT PLOT</a:t>
            </a:r>
          </a:p>
          <a:p>
            <a:pPr algn="ctr">
              <a:defRPr sz="1100" i="1">
                <a:solidFill>
                  <a:srgbClr val="666666"/>
                </a:solidFill>
              </a:defRPr>
            </a:pPr>
            <a:r>
              <a:t>PCA_by_sex_&lt;depot&gt;_&lt;run_tag&gt;.png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Interaction Effect vs. Genotype Main 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This plot directly compares two effects for every gene: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X-axis = Genotype main effect log2FC (how much KD changes the gene)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Y-axis = Interaction log2FC (how much the KD effect DIFFERS by sex)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Red dots: significant interaction genes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Blue dots: significant genotype DEGs (no interaction)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Grey dots: neither significant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What we want to see: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Wide horizontal spread (big genotype effects)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Narrow vertical spread (small interaction effects)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= the KD signal is MUCH bigger than any sex-dependent variation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What we actually see: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Horizontal spread &gt;&gt; vertical spread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Most dots cluster near y = 0 (no interaction)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-&gt; CONFIRMS: genotype effect dominates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1097280"/>
            <a:ext cx="5486400" cy="4572000"/>
          </a:xfrm>
          <a:prstGeom prst="rect">
            <a:avLst/>
          </a:prstGeom>
          <a:solidFill>
            <a:srgbClr val="F2F2F2"/>
          </a:solidFill>
          <a:ln w="19050">
            <a:solidFill>
              <a:srgbClr val="9999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66666"/>
                </a:solidFill>
              </a:defRPr>
            </a:pPr>
            <a:r>
              <a:t>INSERT PLOT</a:t>
            </a:r>
          </a:p>
          <a:p>
            <a:pPr algn="ctr">
              <a:defRPr sz="1100" i="1">
                <a:solidFill>
                  <a:srgbClr val="666666"/>
                </a:solidFill>
              </a:defRPr>
            </a:pPr>
            <a:r>
              <a:t>interaction_vs_genotype_&lt;depot&gt;_&lt;run_tag&gt;.png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Per-Depot Models: ~ Genotype vs. ~ Sex + Genotype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Part 7.7 Test 3a: At the per-depot level (n ~ 19), adding Sex helps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058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42672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Per-Depot Comparison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iWAT (n=19)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gWAT (n=19)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300" b="1">
                          <a:latin typeface="Calibri"/>
                        </a:defRPr>
                      </a:pPr>
                      <a:r>
                        <a:t>~ Genotype (no Sex)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2,665 DEGs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1,077 DEGs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300" b="1">
                          <a:latin typeface="Calibri"/>
                        </a:defRPr>
                      </a:pPr>
                      <a:r>
                        <a:t>~ Sex + Genotype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3,042 DEGs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1,131 DEGs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300" b="1">
                          <a:latin typeface="Calibri"/>
                        </a:defRPr>
                      </a:pPr>
                      <a:r>
                        <a:t>Net DEG change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+377 (+14.1%)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+54 (+5.0%)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300" b="1">
                          <a:latin typeface="Calibri"/>
                        </a:defRPr>
                      </a:pPr>
                      <a:r>
                        <a:t>Directional concordance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99.0%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99.5%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300" b="1">
                          <a:latin typeface="Calibri"/>
                        </a:defRPr>
                      </a:pPr>
                      <a:r>
                        <a:t>logFC correlation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~0.999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~0.999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3891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3A5C"/>
                </a:solidFill>
                <a:latin typeface="Calibri"/>
              </a:defRPr>
            </a:pPr>
            <a:r>
              <a:t>At the PER-DEPOT level (n ~ 19), adding Sex gains +14% DEGs in iWAT.</a:t>
            </a:r>
            <a:br/>
            <a:r>
              <a:t>Each degree of freedom matters more with fewer samples, so the variance absorbed</a:t>
            </a:r>
            <a:br/>
            <a:r>
              <a:t>by Sex outweighs its DF cost.</a:t>
            </a:r>
            <a:br/>
            <a:br/>
            <a:r>
              <a:t>BUT: We use a UNIFIED model (all 38 samples). What happens there?  --&gt; Next slide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Unified Models: ~ 0 + GroupDepot vs. ~ Sex + GroupDepot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Part 7.7 Test 3c: At the unified level (n = 38), adding Sex COSTS power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058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Unified Model Comparison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iWAT contrast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gWAT contrast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latin typeface="Calibri"/>
                        </a:defRPr>
                      </a:pPr>
                      <a:r>
                        <a:t>~ 0 + GroupDepot (no Sex)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3,022 DEGs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1,159 DEGs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latin typeface="Calibri"/>
                        </a:defRPr>
                      </a:pPr>
                      <a:r>
                        <a:t>~ Sex + GroupDepot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2,777 DEGs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1,089 DEGs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latin typeface="Calibri"/>
                        </a:defRPr>
                      </a:pPr>
                      <a:r>
                        <a:t>Net DEG change</a:t>
                      </a:r>
                    </a:p>
                  </a:txBody>
                  <a:tcPr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-245 (-8.1%)</a:t>
                      </a:r>
                    </a:p>
                  </a:txBody>
                  <a:tcPr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-70 (-6.0%)</a:t>
                      </a:r>
                    </a:p>
                  </a:txBody>
                  <a:tcPr>
                    <a:solidFill>
                      <a:srgbClr val="FCF3C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latin typeface="Calibri"/>
                        </a:defRPr>
                      </a:pPr>
                      <a:r>
                        <a:t>logFC 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0.939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0.967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11480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3A5C"/>
                </a:solidFill>
                <a:latin typeface="Calibri"/>
              </a:defRPr>
            </a:pPr>
            <a:r>
              <a:t>WHY THE REVERSAL?</a:t>
            </a:r>
            <a:br/>
            <a:r>
              <a:t>At n=19 (per-depot), losing 1 DF to Sex = 5.6% of residual evidence lost, but Sex absorbs enough variance to compensate.</a:t>
            </a:r>
            <a:br/>
            <a:r>
              <a:t>At n=38 (unified), losing 1 DF = only 2.9% of residual evidence, AND the balanced design already prevents sex from confounding genotype.</a:t>
            </a:r>
            <a:br/>
            <a:r>
              <a:t>Result: the DF cost now OUTWEIGHS the variance benefit -&gt; fewer DEGs.</a:t>
            </a:r>
            <a:br/>
            <a:br/>
            <a:r>
              <a:t>DECISION: Use ~ 0 + GroupDepot (the simpler model with MORE power).</a:t>
            </a:r>
            <a:br/>
            <a:r>
              <a:t>The two models agree closely (r = 0.94-0.97), so biological conclusions are the same.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Summary: All Evidence at a Glance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188720"/>
          <a:ext cx="100584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438912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iWAT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gWAT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r>
                        <a:t>Genes tested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16,466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16,827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r>
                        <a:t>Significant interactions (LRT)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630 (3.83%)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374 (2.22%)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r>
                        <a:t>Pi0 (true null proportion)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0.87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r>
                        <a:t>Median variance: Sex x Genotype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2.4%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r>
                        <a:t>Sex-stratified concordance r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0.727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0.605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r>
                        <a:t>Directional concordance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99.0%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99.5%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r>
                        <a:t>Unified DEGs: ~ 0 + GroupDepot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3,022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1,159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r>
                        <a:t>Unified DEGs: ~ Sex + GroupDepot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2,777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1,089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r>
                        <a:t>Net change (unified)</a:t>
                      </a:r>
                    </a:p>
                  </a:txBody>
                  <a:tcPr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-245 (-8.1%)</a:t>
                      </a:r>
                    </a:p>
                  </a:txBody>
                  <a:tcPr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-70 (-6.0%)</a:t>
                      </a:r>
                    </a:p>
                  </a:txBody>
                  <a:tcPr>
                    <a:solidFill>
                      <a:srgbClr val="FCF3C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760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3A5C"/>
                </a:solidFill>
                <a:latin typeface="Calibri"/>
              </a:defRPr>
            </a:pPr>
            <a:r>
              <a:t>All metrics converge: the KAT8-KD response is overwhelmingly sex-independent. With a balanced design and n=38, the simpler model (~ 0 + GroupDepot) maximizes power.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Conclusion &amp; Analysis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CAN WE POOL SEXES?    YES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EVIDENCE: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- Only 2-4% of genes show significant Sex x Genotype interaction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- Pi0 = 0.85-0.87: 85-87% of genes are true nulls (no interaction)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- The interaction term explains only ~2% of variance vs. 17-33% for Genotype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- Sex-stratified concordance: 99%+ directional agreement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- Balanced design: sex CANNOT confound genotype effect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DECISION:  Design = ~ 0 + GroupDepot  (unified, no Sex covariate)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- All 38 samples in one model, depot-specific KAT8 contrasts extracted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- No Sex covariate needed: balanced design eliminates confounding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- Adding Sex to the unified model COSTS power (-8% iWAT, -6% gWAT DEGs)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- logFC correlation r &gt; 0.94 between +/- Sex models -&gt; same biology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CAVEAT (mention in Discussion if reviewers ask):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- 630 (iWAT) / 374 (gWAT) genes DO show sex-dependent KD responses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- Male KD samples appear more extreme in PCA (especially iWAT)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- gWAT sex-stratified correlation is moderate (r = 0.61)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- These observations warrant follow-up investigation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