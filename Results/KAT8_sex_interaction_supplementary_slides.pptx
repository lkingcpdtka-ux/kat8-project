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iWAT: Interaction Genes - GO Biological Process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What are these 630 interaction genes doing?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ORA (Over-Representation Analysis) on the 630 iWAT genes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with significant Sex x Genotype interaction (FDR &lt; 0.05)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Top enriched GO:BP terms: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- Fatty acid metabolic process (highest gene ratio, most significant)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- Triglyceride / lipid storage / nutrient storage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- Cholesterol biosynthetic &amp; metabolic processes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- Lipid catabolism, homeostasis, localization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- Acyl-CoA / thioester metabolism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Interpretation: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The sex-dependent genes are concentrated in lipid/fat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metabolism -- processes known to be sexually dimorphic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in adipose tissue. This is expected biology, not a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concern for our model. These pathways show sex-based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magnitude differences, not direction reversals.</a:t>
            </a:r>
          </a:p>
        </p:txBody>
      </p:sp>
      <p:pic>
        <p:nvPicPr>
          <p:cNvPr id="4" name="Picture 3" descr="interaction_ORA_GOBP_dotplot_iWAT_20260217_233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822960"/>
            <a:ext cx="5303520" cy="45458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gWAT: Interaction Genes - GO Biological Process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What are the 374 gWAT interaction genes doing?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ORA on the 374 gWAT genes with significant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Sex x Genotype interaction (FDR &lt; 0.05)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Top enriched GO:BP terms: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- Response to dietary excess (most significant)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- Cellular response to insulin stimulus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- Connective tissue development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- Response to insulin / wounding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- Gliogenesis, epithelial cell proliferation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- Endothelial cell migration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- Adaptive thermogenesis, energy homeostasis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Interpretation: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gWAT interaction genes enrich for insulin signaling,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tissue remodeling, and metabolic stress responses --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again, processes with known sex dimorphism in visceral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fat. Fewer interaction genes (374 vs 630) and broader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  functional categories, consistent with weaker KD signal.</a:t>
            </a:r>
          </a:p>
        </p:txBody>
      </p:sp>
      <p:pic>
        <p:nvPicPr>
          <p:cNvPr id="4" name="Picture 3" descr="interaction_ORA_GOBP_dotplot_gWAT_20260217_233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822960"/>
            <a:ext cx="5303520" cy="45458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548640" y="1005840"/>
            <a:ext cx="9509760" cy="914400"/>
          </a:xfrm>
          <a:prstGeom prst="rect">
            <a:avLst/>
          </a:prstGeom>
          <a:solidFill>
            <a:srgbClr val="F5F5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One Line of Code, Layers of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C0392B"/>
                </a:solidFill>
                <a:latin typeface="Courier New"/>
              </a:rPr>
              <a:t>design  =  ~ Sex + Genotype + Sex:Genotype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This presentation was created for my dissertation to understand the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depth of decision-making contained in a single line of R code.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Every term in this formula represents a deliberate analytical choice: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3A5C"/>
                </a:solidFill>
                <a:latin typeface="Courier New"/>
              </a:rPr>
              <a:t>~ Sex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55555"/>
                </a:solidFill>
              </a:rPr>
              <a:t>  Account for baseline M vs F differences as a covariate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55555"/>
                </a:solidFill>
              </a:rPr>
              <a:t>  Decision: Is sex a nuisance variable or the main effect?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55555"/>
                </a:solidFill>
              </a:rPr>
              <a:t>  Requires: knowing your experimental design is balanced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3A5C"/>
                </a:solidFill>
                <a:latin typeface="Courier New"/>
              </a:rPr>
              <a:t>+ Genotype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55555"/>
                </a:solidFill>
              </a:rPr>
              <a:t>  The main effect we care about: KAT8-KD vs CTL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55555"/>
                </a:solidFill>
              </a:rPr>
              <a:t>  Decision: What is the biological question?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3A5C"/>
                </a:solidFill>
                <a:latin typeface="Courier New"/>
              </a:rPr>
              <a:t>+ Sex:Genotype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55555"/>
                </a:solidFill>
              </a:rPr>
              <a:t>  The interaction: does KD affect males and females differently?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55555"/>
                </a:solidFill>
              </a:rPr>
              <a:t>  Decision: Do we NEED this term? Does it improve the model?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55555"/>
                </a:solidFill>
              </a:rPr>
              <a:t>  This is what the entire Part 7.6 analysis answers.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</a:rPr>
              <a:t>The 21 slides before this one -- the LRT, pi0, variance decomposition,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concordance analysis, model comparison -- all exist to justify whether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this interaction term belongs in the model or not.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</a:rPr>
              <a:t>The answer (no, interaction is minimal) then informs the FINAL model: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55555"/>
                </a:solidFill>
              </a:rPr>
              <a:t>  design  =  ~ 0 + GroupDepot    (unified, interaction term dropped)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