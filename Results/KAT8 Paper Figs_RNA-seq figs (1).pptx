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59" r:id="rId2"/>
    <p:sldId id="262" r:id="rId3"/>
  </p:sldIdLst>
  <p:sldSz cx="6858000" cy="9144000" type="letter"/>
  <p:notesSz cx="7023100" cy="93091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1B6C4"/>
    <a:srgbClr val="FFFFFF"/>
    <a:srgbClr val="FF0066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96" autoAdjust="0"/>
  </p:normalViewPr>
  <p:slideViewPr>
    <p:cSldViewPr snapToGrid="0">
      <p:cViewPr varScale="1">
        <p:scale>
          <a:sx n="42" d="100"/>
          <a:sy n="42" d="100"/>
        </p:scale>
        <p:origin x="223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8132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r">
              <a:defRPr sz="1200"/>
            </a:lvl1pPr>
          </a:lstStyle>
          <a:p>
            <a:fld id="{5FCE3EE0-8791-4156-8A62-D8C5B89918ED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3625" y="1163638"/>
            <a:ext cx="2355850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24" tIns="46662" rIns="93324" bIns="46662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2310" y="4480004"/>
            <a:ext cx="5618480" cy="3665458"/>
          </a:xfrm>
          <a:prstGeom prst="rect">
            <a:avLst/>
          </a:prstGeom>
        </p:spPr>
        <p:txBody>
          <a:bodyPr vert="horz" lIns="93324" tIns="46662" rIns="93324" bIns="46662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8132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r">
              <a:defRPr sz="1200"/>
            </a:lvl1pPr>
          </a:lstStyle>
          <a:p>
            <a:fld id="{D7572D41-E840-4D80-9819-5EF313EC33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2389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CC6F3-6E18-44E2-846B-B684F92C7C57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7586B-A5B2-4E2A-91C7-194DAB54C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805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CC6F3-6E18-44E2-846B-B684F92C7C57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7586B-A5B2-4E2A-91C7-194DAB54C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692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CC6F3-6E18-44E2-846B-B684F92C7C57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7586B-A5B2-4E2A-91C7-194DAB54C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418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CC6F3-6E18-44E2-846B-B684F92C7C57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7586B-A5B2-4E2A-91C7-194DAB54C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365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CC6F3-6E18-44E2-846B-B684F92C7C57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7586B-A5B2-4E2A-91C7-194DAB54C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954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CC6F3-6E18-44E2-846B-B684F92C7C57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7586B-A5B2-4E2A-91C7-194DAB54C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565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CC6F3-6E18-44E2-846B-B684F92C7C57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7586B-A5B2-4E2A-91C7-194DAB54C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523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CC6F3-6E18-44E2-846B-B684F92C7C57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7586B-A5B2-4E2A-91C7-194DAB54C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19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CC6F3-6E18-44E2-846B-B684F92C7C57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7586B-A5B2-4E2A-91C7-194DAB54C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63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CC6F3-6E18-44E2-846B-B684F92C7C57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7586B-A5B2-4E2A-91C7-194DAB54C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54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CC6F3-6E18-44E2-846B-B684F92C7C57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7586B-A5B2-4E2A-91C7-194DAB54C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990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7CC6F3-6E18-44E2-846B-B684F92C7C57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67586B-A5B2-4E2A-91C7-194DAB54C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085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DD5A31-CB6E-A37E-4BB1-32AA9D9502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87" t="6392"/>
          <a:stretch>
            <a:fillRect/>
          </a:stretch>
        </p:blipFill>
        <p:spPr>
          <a:xfrm>
            <a:off x="3354917" y="2854517"/>
            <a:ext cx="3414183" cy="250170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80BB783-AA95-6F04-2A21-66554FDA2F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93" r="17410" b="-1"/>
          <a:stretch>
            <a:fillRect/>
          </a:stretch>
        </p:blipFill>
        <p:spPr>
          <a:xfrm>
            <a:off x="419104" y="2854517"/>
            <a:ext cx="2943011" cy="250170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5C5B874-D5E9-A656-3659-EE4E23374093}"/>
              </a:ext>
            </a:extLst>
          </p:cNvPr>
          <p:cNvSpPr txBox="1"/>
          <p:nvPr/>
        </p:nvSpPr>
        <p:spPr>
          <a:xfrm>
            <a:off x="61362" y="57615"/>
            <a:ext cx="3145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F6CCE0-5048-6899-7E3D-364EE7A94BB3}"/>
              </a:ext>
            </a:extLst>
          </p:cNvPr>
          <p:cNvSpPr txBox="1"/>
          <p:nvPr/>
        </p:nvSpPr>
        <p:spPr>
          <a:xfrm>
            <a:off x="61362" y="2644870"/>
            <a:ext cx="3145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BA65A8-2F70-192F-FA38-763BC5F0BCC5}"/>
              </a:ext>
            </a:extLst>
          </p:cNvPr>
          <p:cNvSpPr txBox="1"/>
          <p:nvPr/>
        </p:nvSpPr>
        <p:spPr>
          <a:xfrm>
            <a:off x="1425522" y="2666187"/>
            <a:ext cx="10871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b="1" dirty="0" err="1">
                <a:latin typeface="Arial" panose="020B0604020202020204" pitchFamily="34" charset="0"/>
                <a:cs typeface="Arial" panose="020B0604020202020204" pitchFamily="34" charset="0"/>
              </a:rPr>
              <a:t>iWAT</a:t>
            </a:r>
            <a:r>
              <a:rPr lang="en-US" sz="800" b="1" dirty="0">
                <a:latin typeface="Arial" panose="020B0604020202020204" pitchFamily="34" charset="0"/>
                <a:cs typeface="Arial" panose="020B0604020202020204" pitchFamily="34" charset="0"/>
              </a:rPr>
              <a:t> – AKO vs FL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26E357-9C37-0FA3-E9CD-C11DC92F088C}"/>
              </a:ext>
            </a:extLst>
          </p:cNvPr>
          <p:cNvSpPr txBox="1"/>
          <p:nvPr/>
        </p:nvSpPr>
        <p:spPr>
          <a:xfrm>
            <a:off x="4244655" y="2666187"/>
            <a:ext cx="112082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b="1" dirty="0" err="1">
                <a:latin typeface="Arial" panose="020B0604020202020204" pitchFamily="34" charset="0"/>
                <a:cs typeface="Arial" panose="020B0604020202020204" pitchFamily="34" charset="0"/>
              </a:rPr>
              <a:t>gWAT</a:t>
            </a:r>
            <a:r>
              <a:rPr lang="en-US" sz="800" b="1" dirty="0">
                <a:latin typeface="Arial" panose="020B0604020202020204" pitchFamily="34" charset="0"/>
                <a:cs typeface="Arial" panose="020B0604020202020204" pitchFamily="34" charset="0"/>
              </a:rPr>
              <a:t> – AKO vs FL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5CFB013-9AE8-6D3D-4E19-A255C76AEE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52" t="12320" r="15268"/>
          <a:stretch>
            <a:fillRect/>
          </a:stretch>
        </p:blipFill>
        <p:spPr>
          <a:xfrm>
            <a:off x="1640009" y="5640088"/>
            <a:ext cx="1505803" cy="335105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67C5519-1068-1E89-BF63-2443D098477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52" t="12320" r="15268"/>
          <a:stretch>
            <a:fillRect/>
          </a:stretch>
        </p:blipFill>
        <p:spPr>
          <a:xfrm>
            <a:off x="4028121" y="5640088"/>
            <a:ext cx="1505804" cy="335105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93FE50A-B5C6-E398-6A03-5E42EAEBE7EB}"/>
              </a:ext>
            </a:extLst>
          </p:cNvPr>
          <p:cNvSpPr txBox="1"/>
          <p:nvPr/>
        </p:nvSpPr>
        <p:spPr>
          <a:xfrm>
            <a:off x="775902" y="6224964"/>
            <a:ext cx="9004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b="1" dirty="0">
                <a:latin typeface="Arial" panose="020B0604020202020204" pitchFamily="34" charset="0"/>
                <a:cs typeface="Arial" panose="020B0604020202020204" pitchFamily="34" charset="0"/>
              </a:rPr>
              <a:t>Mitochondrial/ Energy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538054-CFBC-3A0F-752D-5C6F6461429B}"/>
              </a:ext>
            </a:extLst>
          </p:cNvPr>
          <p:cNvSpPr txBox="1"/>
          <p:nvPr/>
        </p:nvSpPr>
        <p:spPr>
          <a:xfrm>
            <a:off x="775902" y="7167447"/>
            <a:ext cx="9004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b="1" dirty="0">
                <a:latin typeface="Arial" panose="020B0604020202020204" pitchFamily="34" charset="0"/>
                <a:cs typeface="Arial" panose="020B0604020202020204" pitchFamily="34" charset="0"/>
              </a:rPr>
              <a:t>Immune/ Inflammatory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118A75A-6B6E-218C-7461-43ED956C6089}"/>
              </a:ext>
            </a:extLst>
          </p:cNvPr>
          <p:cNvSpPr txBox="1"/>
          <p:nvPr/>
        </p:nvSpPr>
        <p:spPr>
          <a:xfrm>
            <a:off x="775902" y="7860421"/>
            <a:ext cx="9004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b="1" dirty="0">
                <a:latin typeface="Arial" panose="020B0604020202020204" pitchFamily="34" charset="0"/>
                <a:cs typeface="Arial" panose="020B0604020202020204" pitchFamily="34" charset="0"/>
              </a:rPr>
              <a:t>Lipid Metabolism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9B3ACDF-9A28-44F7-1A23-E1A537C51473}"/>
              </a:ext>
            </a:extLst>
          </p:cNvPr>
          <p:cNvSpPr txBox="1"/>
          <p:nvPr/>
        </p:nvSpPr>
        <p:spPr>
          <a:xfrm>
            <a:off x="775902" y="8425781"/>
            <a:ext cx="9004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b="1" dirty="0">
                <a:latin typeface="Arial" panose="020B0604020202020204" pitchFamily="34" charset="0"/>
                <a:cs typeface="Arial" panose="020B0604020202020204" pitchFamily="34" charset="0"/>
              </a:rPr>
              <a:t>ECM/ Remodeling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E042AAC-5E6F-367C-F1FE-87972D8B14CD}"/>
              </a:ext>
            </a:extLst>
          </p:cNvPr>
          <p:cNvSpPr txBox="1"/>
          <p:nvPr/>
        </p:nvSpPr>
        <p:spPr>
          <a:xfrm>
            <a:off x="3159736" y="6224964"/>
            <a:ext cx="9004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b="1" dirty="0">
                <a:latin typeface="Arial" panose="020B0604020202020204" pitchFamily="34" charset="0"/>
                <a:cs typeface="Arial" panose="020B0604020202020204" pitchFamily="34" charset="0"/>
              </a:rPr>
              <a:t>Mitochondrial/ Energy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E1C8168-3989-A553-10AF-36A54C881C94}"/>
              </a:ext>
            </a:extLst>
          </p:cNvPr>
          <p:cNvSpPr txBox="1"/>
          <p:nvPr/>
        </p:nvSpPr>
        <p:spPr>
          <a:xfrm>
            <a:off x="3159736" y="7167447"/>
            <a:ext cx="9004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b="1" dirty="0">
                <a:latin typeface="Arial" panose="020B0604020202020204" pitchFamily="34" charset="0"/>
                <a:cs typeface="Arial" panose="020B0604020202020204" pitchFamily="34" charset="0"/>
              </a:rPr>
              <a:t>Immune/ Inflammatory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35237BD-C289-3E05-6082-68E2D1F48805}"/>
              </a:ext>
            </a:extLst>
          </p:cNvPr>
          <p:cNvSpPr txBox="1"/>
          <p:nvPr/>
        </p:nvSpPr>
        <p:spPr>
          <a:xfrm>
            <a:off x="3159736" y="7860421"/>
            <a:ext cx="9004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b="1" dirty="0">
                <a:latin typeface="Arial" panose="020B0604020202020204" pitchFamily="34" charset="0"/>
                <a:cs typeface="Arial" panose="020B0604020202020204" pitchFamily="34" charset="0"/>
              </a:rPr>
              <a:t>Lipid Metabolism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29C2FEB-5E2B-EDE0-C2B4-15471D71005B}"/>
              </a:ext>
            </a:extLst>
          </p:cNvPr>
          <p:cNvSpPr txBox="1"/>
          <p:nvPr/>
        </p:nvSpPr>
        <p:spPr>
          <a:xfrm>
            <a:off x="3159736" y="8425781"/>
            <a:ext cx="9004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b="1" dirty="0">
                <a:latin typeface="Arial" panose="020B0604020202020204" pitchFamily="34" charset="0"/>
                <a:cs typeface="Arial" panose="020B0604020202020204" pitchFamily="34" charset="0"/>
              </a:rPr>
              <a:t>ECM/ Remodeling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AFCB486-165C-0964-B7E4-24D89EE5B0DF}"/>
              </a:ext>
            </a:extLst>
          </p:cNvPr>
          <p:cNvSpPr/>
          <p:nvPr/>
        </p:nvSpPr>
        <p:spPr>
          <a:xfrm>
            <a:off x="1676401" y="5773005"/>
            <a:ext cx="245662" cy="97539"/>
          </a:xfrm>
          <a:prstGeom prst="rect">
            <a:avLst/>
          </a:prstGeom>
          <a:solidFill>
            <a:srgbClr val="FF00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92A80CA-3C30-6BED-030B-F81BBBA3968B}"/>
              </a:ext>
            </a:extLst>
          </p:cNvPr>
          <p:cNvSpPr/>
          <p:nvPr/>
        </p:nvSpPr>
        <p:spPr>
          <a:xfrm>
            <a:off x="1924729" y="5770461"/>
            <a:ext cx="245662" cy="97539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AEBCC39-DE1B-87A0-2BB5-C6EC71D3E17B}"/>
              </a:ext>
            </a:extLst>
          </p:cNvPr>
          <p:cNvSpPr/>
          <p:nvPr/>
        </p:nvSpPr>
        <p:spPr>
          <a:xfrm>
            <a:off x="2170391" y="5773005"/>
            <a:ext cx="245662" cy="97539"/>
          </a:xfrm>
          <a:prstGeom prst="rect">
            <a:avLst/>
          </a:prstGeom>
          <a:solidFill>
            <a:srgbClr val="FF00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09FD54F-5B7D-5795-2F1A-8CF02A023C67}"/>
              </a:ext>
            </a:extLst>
          </p:cNvPr>
          <p:cNvSpPr/>
          <p:nvPr/>
        </p:nvSpPr>
        <p:spPr>
          <a:xfrm>
            <a:off x="2418719" y="5770461"/>
            <a:ext cx="245662" cy="97539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BF7AA33-9521-CF87-C7DF-B592B17F48C4}"/>
              </a:ext>
            </a:extLst>
          </p:cNvPr>
          <p:cNvSpPr/>
          <p:nvPr/>
        </p:nvSpPr>
        <p:spPr>
          <a:xfrm>
            <a:off x="4060235" y="5770461"/>
            <a:ext cx="245662" cy="97539"/>
          </a:xfrm>
          <a:prstGeom prst="rect">
            <a:avLst/>
          </a:prstGeom>
          <a:solidFill>
            <a:srgbClr val="FF00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9264FB1-DEAA-5636-AD8D-FF554F05C55F}"/>
              </a:ext>
            </a:extLst>
          </p:cNvPr>
          <p:cNvSpPr/>
          <p:nvPr/>
        </p:nvSpPr>
        <p:spPr>
          <a:xfrm>
            <a:off x="4308563" y="5767917"/>
            <a:ext cx="245662" cy="97539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06EE55B-77EB-DB5F-5E30-6E2311E5912E}"/>
              </a:ext>
            </a:extLst>
          </p:cNvPr>
          <p:cNvSpPr/>
          <p:nvPr/>
        </p:nvSpPr>
        <p:spPr>
          <a:xfrm>
            <a:off x="4554225" y="5770461"/>
            <a:ext cx="245662" cy="97539"/>
          </a:xfrm>
          <a:prstGeom prst="rect">
            <a:avLst/>
          </a:prstGeom>
          <a:solidFill>
            <a:srgbClr val="FF00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1F4500B-D92A-CAB6-4F58-9E12BB31A995}"/>
              </a:ext>
            </a:extLst>
          </p:cNvPr>
          <p:cNvSpPr/>
          <p:nvPr/>
        </p:nvSpPr>
        <p:spPr>
          <a:xfrm>
            <a:off x="4802553" y="5767917"/>
            <a:ext cx="245662" cy="97539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9148E09-9185-C487-468F-19EA4AD4982C}"/>
              </a:ext>
            </a:extLst>
          </p:cNvPr>
          <p:cNvSpPr/>
          <p:nvPr/>
        </p:nvSpPr>
        <p:spPr>
          <a:xfrm>
            <a:off x="5891169" y="7694374"/>
            <a:ext cx="90985" cy="93951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DE8E4BA-5A2E-48BF-F013-7B19B87E43A3}"/>
              </a:ext>
            </a:extLst>
          </p:cNvPr>
          <p:cNvSpPr/>
          <p:nvPr/>
        </p:nvSpPr>
        <p:spPr>
          <a:xfrm>
            <a:off x="5891168" y="7582227"/>
            <a:ext cx="90985" cy="93951"/>
          </a:xfrm>
          <a:prstGeom prst="rect">
            <a:avLst/>
          </a:prstGeom>
          <a:solidFill>
            <a:srgbClr val="FF00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98944DD-87B3-FB38-B377-169E6FCB2929}"/>
              </a:ext>
            </a:extLst>
          </p:cNvPr>
          <p:cNvSpPr txBox="1"/>
          <p:nvPr/>
        </p:nvSpPr>
        <p:spPr>
          <a:xfrm>
            <a:off x="1934967" y="5463689"/>
            <a:ext cx="4708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 err="1">
                <a:latin typeface="Arial" panose="020B0604020202020204" pitchFamily="34" charset="0"/>
                <a:cs typeface="Arial" panose="020B0604020202020204" pitchFamily="34" charset="0"/>
              </a:rPr>
              <a:t>iWAT</a:t>
            </a:r>
            <a:endParaRPr lang="en-US" sz="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71CB445-C646-E495-3A71-88AEA0233B2A}"/>
              </a:ext>
            </a:extLst>
          </p:cNvPr>
          <p:cNvSpPr txBox="1"/>
          <p:nvPr/>
        </p:nvSpPr>
        <p:spPr>
          <a:xfrm>
            <a:off x="4284020" y="5466181"/>
            <a:ext cx="51586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 err="1">
                <a:latin typeface="Arial" panose="020B0604020202020204" pitchFamily="34" charset="0"/>
                <a:cs typeface="Arial" panose="020B0604020202020204" pitchFamily="34" charset="0"/>
              </a:rPr>
              <a:t>gWAT</a:t>
            </a:r>
            <a:endParaRPr lang="en-US" sz="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8875102-67DC-4F85-6F60-7981D535F2FF}"/>
              </a:ext>
            </a:extLst>
          </p:cNvPr>
          <p:cNvSpPr txBox="1"/>
          <p:nvPr/>
        </p:nvSpPr>
        <p:spPr>
          <a:xfrm>
            <a:off x="5645258" y="7102114"/>
            <a:ext cx="762000" cy="192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50" b="1" dirty="0">
                <a:latin typeface="Arial" panose="020B0604020202020204" pitchFamily="34" charset="0"/>
                <a:cs typeface="Arial" panose="020B0604020202020204" pitchFamily="34" charset="0"/>
              </a:rPr>
              <a:t>Genotype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C5A2FD5-A49C-DDC2-BD87-722105CD4C15}"/>
              </a:ext>
            </a:extLst>
          </p:cNvPr>
          <p:cNvSpPr/>
          <p:nvPr/>
        </p:nvSpPr>
        <p:spPr>
          <a:xfrm>
            <a:off x="5890348" y="7316385"/>
            <a:ext cx="90985" cy="93951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7C2A346-8CFA-8322-A861-E20DA53B5EF8}"/>
              </a:ext>
            </a:extLst>
          </p:cNvPr>
          <p:cNvSpPr/>
          <p:nvPr/>
        </p:nvSpPr>
        <p:spPr>
          <a:xfrm>
            <a:off x="5890348" y="7432203"/>
            <a:ext cx="90985" cy="93951"/>
          </a:xfrm>
          <a:prstGeom prst="rect">
            <a:avLst/>
          </a:prstGeom>
          <a:solidFill>
            <a:srgbClr val="41B6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1651573-CD44-7BBE-F03B-531044CCCEEC}"/>
              </a:ext>
            </a:extLst>
          </p:cNvPr>
          <p:cNvSpPr txBox="1"/>
          <p:nvPr/>
        </p:nvSpPr>
        <p:spPr>
          <a:xfrm>
            <a:off x="5912400" y="7267180"/>
            <a:ext cx="303913" cy="192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50" dirty="0">
                <a:latin typeface="Arial" panose="020B0604020202020204" pitchFamily="34" charset="0"/>
                <a:cs typeface="Arial" panose="020B0604020202020204" pitchFamily="34" charset="0"/>
              </a:rPr>
              <a:t>FL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80F925D-B61F-72FE-E3C9-73AC9E8FE75D}"/>
              </a:ext>
            </a:extLst>
          </p:cNvPr>
          <p:cNvSpPr txBox="1"/>
          <p:nvPr/>
        </p:nvSpPr>
        <p:spPr>
          <a:xfrm>
            <a:off x="5912400" y="7377007"/>
            <a:ext cx="424595" cy="192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50" dirty="0">
                <a:latin typeface="Arial" panose="020B0604020202020204" pitchFamily="34" charset="0"/>
                <a:cs typeface="Arial" panose="020B0604020202020204" pitchFamily="34" charset="0"/>
              </a:rPr>
              <a:t>AKO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AE6F8ED-2312-7F10-3583-19038EF44A92}"/>
              </a:ext>
            </a:extLst>
          </p:cNvPr>
          <p:cNvSpPr txBox="1"/>
          <p:nvPr/>
        </p:nvSpPr>
        <p:spPr>
          <a:xfrm>
            <a:off x="5912400" y="7534374"/>
            <a:ext cx="303913" cy="192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50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8D092BA-6E6F-FD9B-966D-F93D250429DD}"/>
              </a:ext>
            </a:extLst>
          </p:cNvPr>
          <p:cNvSpPr txBox="1"/>
          <p:nvPr/>
        </p:nvSpPr>
        <p:spPr>
          <a:xfrm>
            <a:off x="5912400" y="7644201"/>
            <a:ext cx="424595" cy="192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5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F391130C-4A16-C6BA-6616-929F9849DF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764" t="47573" b="33572"/>
          <a:stretch>
            <a:fillRect/>
          </a:stretch>
        </p:blipFill>
        <p:spPr>
          <a:xfrm>
            <a:off x="5796783" y="6336552"/>
            <a:ext cx="359563" cy="720621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BE99A65C-2234-134B-14D3-E937670FC5BD}"/>
              </a:ext>
            </a:extLst>
          </p:cNvPr>
          <p:cNvSpPr txBox="1"/>
          <p:nvPr/>
        </p:nvSpPr>
        <p:spPr>
          <a:xfrm>
            <a:off x="104594" y="5417522"/>
            <a:ext cx="3145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pic>
        <p:nvPicPr>
          <p:cNvPr id="73" name="Picture 72">
            <a:extLst>
              <a:ext uri="{FF2B5EF4-FFF2-40B4-BE49-F238E27FC236}">
                <a16:creationId xmlns:a16="http://schemas.microsoft.com/office/drawing/2014/main" id="{04008BFF-1075-8077-FEEC-A8E7E41A96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5824" y="174926"/>
            <a:ext cx="6397460" cy="2383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6526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81369A4-4958-8CED-977C-0A51511914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8453" y="136053"/>
            <a:ext cx="4205758" cy="31543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6B1DE12-EDB9-D738-2B11-2B14631E4F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071"/>
          <a:stretch>
            <a:fillRect/>
          </a:stretch>
        </p:blipFill>
        <p:spPr>
          <a:xfrm>
            <a:off x="3596374" y="3290372"/>
            <a:ext cx="3129283" cy="550840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8BBDA60-5141-5872-9FC0-5169F86BDE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09" r="740"/>
          <a:stretch>
            <a:fillRect/>
          </a:stretch>
        </p:blipFill>
        <p:spPr>
          <a:xfrm>
            <a:off x="-1" y="3290372"/>
            <a:ext cx="3850105" cy="550840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CD2C711-ED27-C9C8-663D-FA379A89ED9F}"/>
              </a:ext>
            </a:extLst>
          </p:cNvPr>
          <p:cNvSpPr txBox="1"/>
          <p:nvPr/>
        </p:nvSpPr>
        <p:spPr>
          <a:xfrm>
            <a:off x="61362" y="57615"/>
            <a:ext cx="3145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ED82C7-2FDE-E829-0089-BD456DFA6C38}"/>
              </a:ext>
            </a:extLst>
          </p:cNvPr>
          <p:cNvSpPr txBox="1"/>
          <p:nvPr/>
        </p:nvSpPr>
        <p:spPr>
          <a:xfrm>
            <a:off x="61362" y="3136483"/>
            <a:ext cx="3145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35816552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8772</TotalTime>
  <Words>44</Words>
  <Application>Microsoft Office PowerPoint</Application>
  <PresentationFormat>Letter Paper (8.5x11 in)</PresentationFormat>
  <Paragraphs>22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Allison Richard</dc:creator>
  <cp:lastModifiedBy>Lindsey G. Yoo</cp:lastModifiedBy>
  <cp:revision>3</cp:revision>
  <cp:lastPrinted>2026-01-13T18:10:21Z</cp:lastPrinted>
  <dcterms:created xsi:type="dcterms:W3CDTF">2026-01-13T01:39:45Z</dcterms:created>
  <dcterms:modified xsi:type="dcterms:W3CDTF">2026-02-17T04:26:34Z</dcterms:modified>
</cp:coreProperties>
</file>